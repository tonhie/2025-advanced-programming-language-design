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0"/>
  </p:notesMasterIdLst>
  <p:sldIdLst>
    <p:sldId id="320" r:id="rId2"/>
    <p:sldId id="321" r:id="rId3"/>
    <p:sldId id="322" r:id="rId4"/>
    <p:sldId id="323" r:id="rId5"/>
    <p:sldId id="324" r:id="rId6"/>
    <p:sldId id="325" r:id="rId7"/>
    <p:sldId id="326" r:id="rId8"/>
    <p:sldId id="32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95"/>
    <p:restoredTop sz="94706"/>
  </p:normalViewPr>
  <p:slideViewPr>
    <p:cSldViewPr snapToGrid="0">
      <p:cViewPr>
        <p:scale>
          <a:sx n="100" d="100"/>
          <a:sy n="100" d="100"/>
        </p:scale>
        <p:origin x="-28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75437-4699-47F9-A686-DED7CC3F8E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72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96B26F-9610-4908-87F1-F29EAB186E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52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6E774-9277-40A1-B2CC-3E944505D7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4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D9684-C46B-4BF4-8B5A-3376AE2179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16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6D29B-5108-4EBC-9D13-1AFB01FA7B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012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4531F-4CEB-4F1D-9C5A-36080892E3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04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26C11-97E6-4909-AB2A-0C053F5881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03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522C3-E170-468B-881C-411E80AC5B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559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11B0F-3F6B-46DA-A01B-CFA3105492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5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72D5A-4D27-41BE-B271-80E8FCA2055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73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41B23-05F2-4755-A73B-1D1DC854B81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60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16CB87-8DF2-4E49-B551-ABC2812E454C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D1EECD0-7F85-4011-8169-1A7F595F2D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84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在</a:t>
            </a:r>
            <a:r>
              <a:rPr lang="en-US" altLang="zh-CN" sz="2800" b="1" dirty="0">
                <a:latin typeface="+mn-ea"/>
              </a:rPr>
              <a:t>Dev C++</a:t>
            </a:r>
            <a:r>
              <a:rPr lang="zh-CN" altLang="en-US" sz="2800" b="1" dirty="0">
                <a:latin typeface="+mn-ea"/>
              </a:rPr>
              <a:t>中建立含多源程序文件的项目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有头文件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以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调用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为例，要求将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和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放在两个不同的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源程序文件中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项目名称：</a:t>
            </a:r>
            <a:r>
              <a:rPr lang="en-US" altLang="zh-CN" sz="2800" b="1" dirty="0" err="1">
                <a:latin typeface="+mn-ea"/>
              </a:rPr>
              <a:t>ex_with_h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源程序名：</a:t>
            </a:r>
            <a:r>
              <a:rPr lang="en-US" altLang="zh-CN" sz="2800" b="1" dirty="0">
                <a:latin typeface="+mn-ea"/>
              </a:rPr>
              <a:t>ex3.cpp  (main</a:t>
            </a:r>
            <a:r>
              <a:rPr lang="zh-CN" altLang="en-US" sz="2800" b="1" dirty="0">
                <a:latin typeface="+mn-ea"/>
              </a:rPr>
              <a:t>函数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             ex4.cpp  (max</a:t>
            </a:r>
            <a:r>
              <a:rPr lang="zh-CN" altLang="en-US" sz="2800" b="1" dirty="0">
                <a:latin typeface="+mn-ea"/>
              </a:rPr>
              <a:t>函数的实现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头文件名：</a:t>
            </a:r>
            <a:r>
              <a:rPr lang="en-US" altLang="zh-CN" sz="2800" b="1" dirty="0" err="1">
                <a:latin typeface="+mn-ea"/>
              </a:rPr>
              <a:t>ex.h</a:t>
            </a:r>
            <a:r>
              <a:rPr lang="en-US" altLang="zh-CN" sz="2800" b="1" dirty="0">
                <a:latin typeface="+mn-ea"/>
              </a:rPr>
              <a:t>     (max</a:t>
            </a:r>
            <a:r>
              <a:rPr lang="zh-CN" altLang="en-US" sz="2800" b="1" dirty="0">
                <a:latin typeface="+mn-ea"/>
              </a:rPr>
              <a:t>函数的声明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注：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本文档描述的是建立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的项目文件，然后将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已调试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通过的多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文件放入项目中，而不是新建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2.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单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文件编译为可执行文件，在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中既可以建项目文件，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也可以不建项目，之前的做法都是不建项目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057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还想看？这是你的作业哦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  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要求：仿照下发的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PDF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文档格式，按步骤截图说明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11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DA255-B470-4F57-EEB3-5A55F6B4A427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+mn-ea"/>
              </a:rPr>
              <a:t>1.启动Dev</a:t>
            </a:r>
            <a:r>
              <a:rPr lang="zh-CN" altLang="en-US" sz="2400" b="1" dirty="0">
                <a:latin typeface="+mn-ea"/>
              </a:rPr>
              <a:t> </a:t>
            </a:r>
            <a:r>
              <a:rPr lang="en-US" altLang="zh-CN" sz="2400" b="1" dirty="0">
                <a:latin typeface="+mn-ea"/>
              </a:rPr>
              <a:t>C++</a:t>
            </a:r>
            <a:r>
              <a:rPr lang="zh-CN" altLang="en-US" sz="2400" b="1" dirty="0">
                <a:latin typeface="+mn-ea"/>
              </a:rPr>
              <a:t>，新建项目</a:t>
            </a:r>
            <a:endParaRPr lang="en-CN" sz="2400" b="1" dirty="0"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C29353-831F-38D1-6F10-02BD9B346A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258957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4B9FA-7DBD-0732-697F-DC8910F8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67150-3167-00CF-F05E-14E0A0D8C365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+mn-ea"/>
              </a:rPr>
              <a:t>2.创建名为ex_with_h的c++项目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C67DDA-A587-92D7-D5FC-BF1A7A460E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383718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2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51D4-3EC1-853D-F837-FBF84622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7BC2CC-988A-B5FD-6865-1FE37FCEED86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3.</a:t>
            </a:r>
            <a:r>
              <a:rPr lang="zh-CN" altLang="en-US" sz="2400" b="1" dirty="0">
                <a:latin typeface="+mn-ea"/>
              </a:rPr>
              <a:t>保存项目文件至解决方案中对应项目目录</a:t>
            </a:r>
            <a:endParaRPr lang="en-CN" sz="2400" b="1" dirty="0"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DCAEF8-29D5-2050-A5B7-0C2166309FE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338469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1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DC9C-8FC3-A4C5-D9E0-E13857D8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7CF5BE-0339-CBD6-90CD-4A96EF842F40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4.</a:t>
            </a:r>
            <a:r>
              <a:rPr lang="zh-CN" altLang="en-US" sz="2400" b="1" dirty="0">
                <a:latin typeface="+mn-ea"/>
              </a:rPr>
              <a:t>删除</a:t>
            </a:r>
            <a:r>
              <a:rPr lang="en-US" altLang="zh-CN" sz="2400" b="1" dirty="0" err="1">
                <a:latin typeface="+mn-ea"/>
              </a:rPr>
              <a:t>main.cpp</a:t>
            </a:r>
            <a:r>
              <a:rPr lang="zh-CN" altLang="en-US" sz="2400" b="1" dirty="0">
                <a:latin typeface="+mn-ea"/>
              </a:rPr>
              <a:t>文件</a:t>
            </a:r>
            <a:endParaRPr lang="en-US" altLang="zh-CN" sz="2400" b="1" dirty="0"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185155-DBDA-F8D0-B7B4-89D1A35BA6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404730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2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7A1A-36B4-4233-865C-9A7F2918F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C61740-45E5-EF4B-87CD-CD00053A5595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5.</a:t>
            </a:r>
            <a:r>
              <a:rPr lang="zh-CN" altLang="en-US" sz="2400" b="1" dirty="0">
                <a:latin typeface="+mn-ea"/>
              </a:rPr>
              <a:t>将</a:t>
            </a:r>
            <a:r>
              <a:rPr lang="en-US" altLang="zh-CN" sz="2400" b="1" dirty="0" err="1">
                <a:latin typeface="+mn-ea"/>
              </a:rPr>
              <a:t>ex.h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ex3.cpp</a:t>
            </a:r>
            <a:r>
              <a:rPr lang="zh-CN" altLang="en-US" sz="2400" b="1" dirty="0">
                <a:latin typeface="+mn-ea"/>
              </a:rPr>
              <a:t>、</a:t>
            </a:r>
            <a:r>
              <a:rPr lang="en-US" altLang="zh-CN" sz="2400" b="1" dirty="0">
                <a:latin typeface="+mn-ea"/>
              </a:rPr>
              <a:t>ex4.cpp</a:t>
            </a:r>
            <a:r>
              <a:rPr lang="zh-CN" altLang="en-US" sz="2400" b="1" dirty="0">
                <a:latin typeface="+mn-ea"/>
              </a:rPr>
              <a:t>添加至项目中</a:t>
            </a:r>
            <a:endParaRPr lang="en-CN" sz="2400" b="1" dirty="0">
              <a:latin typeface="+mn-ea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0C1B48-1C18-1F58-428E-887D4E96297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364974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8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6AEA0-526A-19B0-5D95-C68A1CB2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C29FB5-787C-F0CE-5552-4E429C2F10C1}"/>
              </a:ext>
            </a:extLst>
          </p:cNvPr>
          <p:cNvSpPr txBox="1"/>
          <p:nvPr/>
        </p:nvSpPr>
        <p:spPr>
          <a:xfrm>
            <a:off x="702178" y="683514"/>
            <a:ext cx="910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6.</a:t>
            </a:r>
            <a:r>
              <a:rPr lang="en-CN" sz="2400" b="1" dirty="0">
                <a:latin typeface="+mn-ea"/>
              </a:rPr>
              <a:t>编译运行查看结果</a:t>
            </a:r>
          </a:p>
        </p:txBody>
      </p:sp>
      <p:pic>
        <p:nvPicPr>
          <p:cNvPr id="3" name="Picture 2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957B50EE-F532-43F1-2323-CCC24F175B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1272208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2550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255</Words>
  <Application>Microsoft Macintosh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等线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19</cp:revision>
  <dcterms:created xsi:type="dcterms:W3CDTF">2020-08-13T13:39:53Z</dcterms:created>
  <dcterms:modified xsi:type="dcterms:W3CDTF">2025-04-19T13:35:58Z</dcterms:modified>
</cp:coreProperties>
</file>