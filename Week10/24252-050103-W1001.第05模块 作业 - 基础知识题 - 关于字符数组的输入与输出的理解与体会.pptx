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6"/>
  </p:notesMasterIdLst>
  <p:sldIdLst>
    <p:sldId id="838" r:id="rId2"/>
    <p:sldId id="1279" r:id="rId3"/>
    <p:sldId id="1021" r:id="rId4"/>
    <p:sldId id="1309" r:id="rId5"/>
    <p:sldId id="990" r:id="rId6"/>
    <p:sldId id="992" r:id="rId7"/>
    <p:sldId id="993" r:id="rId8"/>
    <p:sldId id="994" r:id="rId9"/>
    <p:sldId id="995" r:id="rId10"/>
    <p:sldId id="996" r:id="rId11"/>
    <p:sldId id="997" r:id="rId12"/>
    <p:sldId id="998" r:id="rId13"/>
    <p:sldId id="999" r:id="rId14"/>
    <p:sldId id="1000" r:id="rId15"/>
    <p:sldId id="1001" r:id="rId16"/>
    <p:sldId id="1002" r:id="rId17"/>
    <p:sldId id="1003" r:id="rId18"/>
    <p:sldId id="1004" r:id="rId19"/>
    <p:sldId id="1005" r:id="rId20"/>
    <p:sldId id="1006" r:id="rId21"/>
    <p:sldId id="1007" r:id="rId22"/>
    <p:sldId id="1008" r:id="rId23"/>
    <p:sldId id="886" r:id="rId24"/>
    <p:sldId id="1009" r:id="rId25"/>
    <p:sldId id="1010" r:id="rId26"/>
    <p:sldId id="1011" r:id="rId27"/>
    <p:sldId id="1012" r:id="rId28"/>
    <p:sldId id="1013" r:id="rId29"/>
    <p:sldId id="1014" r:id="rId30"/>
    <p:sldId id="1015" r:id="rId31"/>
    <p:sldId id="1016" r:id="rId32"/>
    <p:sldId id="1017" r:id="rId33"/>
    <p:sldId id="1020" r:id="rId34"/>
    <p:sldId id="101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/>
    <p:restoredTop sz="94682"/>
  </p:normalViewPr>
  <p:slideViewPr>
    <p:cSldViewPr snapToGrid="0">
      <p:cViewPr>
        <p:scale>
          <a:sx n="130" d="100"/>
          <a:sy n="130" d="100"/>
        </p:scale>
        <p:origin x="-2584" y="-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5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681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50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26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977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0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9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85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15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2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3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B5E3D3-37C4-4BB5-A53A-9A3EE5FD31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4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、部分内容的填写，如果能确定是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不确定值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随机值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的，可直接填写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**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</a:t>
            </a:r>
            <a:r>
              <a:rPr lang="en-US" altLang="zh-CN" sz="1600" b="1" dirty="0">
                <a:latin typeface="+mn-ea"/>
              </a:rPr>
              <a:t>"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FF50F6C-8E35-4B04-9F9C-EB6669D699A4}"/>
              </a:ext>
            </a:extLst>
          </p:cNvPr>
          <p:cNvGrpSpPr/>
          <p:nvPr/>
        </p:nvGrpSpPr>
        <p:grpSpPr>
          <a:xfrm>
            <a:off x="599018" y="1400426"/>
            <a:ext cx="8424936" cy="2820662"/>
            <a:chOff x="323528" y="3933056"/>
            <a:chExt cx="8424936" cy="282066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2934F5D6-76D3-4683-84CC-136D49B05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3933056"/>
              <a:ext cx="6333333" cy="26380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579ED22-2B40-4877-89FF-9BAC64ACC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8264" y="3933056"/>
              <a:ext cx="1800200" cy="2820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0EC3CB3-FB66-4377-9492-B836074B7041}"/>
                </a:ext>
              </a:extLst>
            </p:cNvPr>
            <p:cNvCxnSpPr>
              <a:stCxn id="4" idx="1"/>
              <a:endCxn id="4" idx="3"/>
            </p:cNvCxnSpPr>
            <p:nvPr/>
          </p:nvCxnSpPr>
          <p:spPr bwMode="auto">
            <a:xfrm>
              <a:off x="6948264" y="5343387"/>
              <a:ext cx="18002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45EDD72B-9732-4A6C-8C10-6557E24A3D5D}"/>
                </a:ext>
              </a:extLst>
            </p:cNvPr>
            <p:cNvSpPr/>
            <p:nvPr/>
          </p:nvSpPr>
          <p:spPr bwMode="auto">
            <a:xfrm>
              <a:off x="5796136" y="5157192"/>
              <a:ext cx="1152128" cy="389869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938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4" name="AutoShape 4"/>
          <p:cNvSpPr>
            <a:spLocks/>
          </p:cNvSpPr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数组下标表示前有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规定后面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必须是变量的地址</a:t>
            </a:r>
          </a:p>
        </p:txBody>
      </p:sp>
    </p:spTree>
    <p:extLst>
      <p:ext uri="{BB962C8B-B14F-4D97-AF65-F5344CB8AC3E}">
        <p14:creationId xmlns:p14="http://schemas.microsoft.com/office/powerpoint/2010/main" val="1797344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D5A83C4-EA5D-4C04-A818-916603D6BFE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3F81445-2FD1-4980-8761-4C0212F7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76CB89E-AB94-4125-B1A0-5A5FEA12F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4C841312-631D-44A6-8EDA-13DAF9C11E3C}"/>
              </a:ext>
            </a:extLst>
          </p:cNvPr>
          <p:cNvSpPr>
            <a:spLocks/>
          </p:cNvSpPr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312574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("%c", &amp;a[0]);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50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6DC911B-EA21-425E-8503-77E915ECAEC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9DA93D5-1256-46E7-AF69-B493CBA61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a[0];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6C302D3-CE87-4FC6-968D-4A1759F3C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并回车，表现如何？无输出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多按几次回车，表现如何？仍然无输出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CN" sz="1200" b="1" dirty="0">
                <a:solidFill>
                  <a:srgbClr val="000000"/>
                </a:solidFill>
                <a:latin typeface="+mn-ea"/>
              </a:rPr>
              <a:t>遇到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回车直接读入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遇到回车跳过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370808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8AF8F05-2190-404F-A4FD-5CC860BC2FF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916F018-6051-4113-9687-CD486F704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AD29AC9-93ED-4DEE-810A-BE5565BF3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、回车是否在数组中？不在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DD7D587-D91D-4FC1-A539-3BFF7A7285F3}"/>
              </a:ext>
            </a:extLst>
          </p:cNvPr>
          <p:cNvSpPr>
            <a:spLocks/>
          </p:cNvSpPr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代表数组的起始地址</a:t>
            </a:r>
          </a:p>
        </p:txBody>
      </p:sp>
    </p:spTree>
    <p:extLst>
      <p:ext uri="{BB962C8B-B14F-4D97-AF65-F5344CB8AC3E}">
        <p14:creationId xmlns:p14="http://schemas.microsoft.com/office/powerpoint/2010/main" val="308032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690C837-C601-4C26-99B0-2514CC0C7B0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3C02797-4F2D-4962-87E7-D35FF6797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ECA9DF6-5D92-43B8-A225-6C235B33C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22C7FEE-D0C4-47FE-B11C-0D77E1D0191D}"/>
              </a:ext>
            </a:extLst>
          </p:cNvPr>
          <p:cNvSpPr>
            <a:spLocks/>
          </p:cNvSpPr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代表数组的起始地址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FF4AA82C-A0A4-DC95-78C2-87B9D245C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027" y="4779396"/>
            <a:ext cx="440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CFDC6A0-B33B-48DC-83E8-6B5872F8DA2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B9C396-28E6-42EC-A434-F106233A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7BE999F-26AF-469B-AAE3-5A5C3C92D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C80BEDA2-381E-4E5C-8499-43E886650487}"/>
              </a:ext>
            </a:extLst>
          </p:cNvPr>
          <p:cNvSpPr>
            <a:spLocks/>
          </p:cNvSpPr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391274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DD2D504-33EB-4A96-9821-047192BDE27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8D6E85D-485E-4ABA-8E2B-C7C5B9105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10D59A3-C13C-44C4-B4FA-E7A78B00C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5036E597-EF2F-4AC6-9F65-5812967609B7}"/>
              </a:ext>
            </a:extLst>
          </p:cNvPr>
          <p:cNvSpPr>
            <a:spLocks/>
          </p:cNvSpPr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3407617E-64BD-998A-1D95-BA4E980FC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608" y="5109596"/>
            <a:ext cx="4140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2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4DF1CED-EA38-41AF-AB90-2D0560006AB1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4FDA17-EAC6-4604-8554-D1BA87B77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675C315-C26C-4046-99B8-14C6C6579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31D806-56B2-AD9D-8913-91931274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91" y="2374900"/>
            <a:ext cx="9017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69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5689620-F9B5-4F7C-ABF0-4197234D3C6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FA9A9C6-E315-48DA-8ED9-FB3C8450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AF393B0-6926-49E1-A77D-52CDDECF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，尾零不输出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F962AC-0F67-5253-D46A-DF5A8184F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684" y="2377689"/>
            <a:ext cx="9525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83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7CE5708-093E-4064-A862-5ABBA0A3473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B2AE133-960B-4DC8-83FB-88629B587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 &lt;&lt; '*';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5C318E8-2DAC-4DFA-874E-EB8B36E4E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>
              <a:spLocks/>
            </p:cNvSpPr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/>
                  <a:ea typeface="宋体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/>
                  <a:ea typeface="宋体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/>
                  <a:ea typeface="宋体"/>
                </a:rPr>
                <a:t>,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/>
                  <a:ea typeface="宋体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/>
                  <a:ea typeface="宋体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/>
                  <a:ea typeface="宋体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/>
                  <a:ea typeface="宋体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4043BF-89AA-EB35-1167-D29EC64A0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848" y="2304301"/>
            <a:ext cx="16383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55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3969E3E-FA6E-46F2-83A8-1DF49960CBAA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27C405-346A-4B56-93FE-7D97BFFA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0012A5F-1DD7-4D3E-8581-65B19A59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’*’,</a:t>
            </a:r>
            <a:r>
              <a:rPr kumimoji="1" lang="zh-CN" altLang="en-CN" sz="1600" b="1" dirty="0">
                <a:solidFill>
                  <a:srgbClr val="000000"/>
                </a:solidFill>
                <a:latin typeface="+mn-ea"/>
              </a:rPr>
              <a:t>由下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图可知尾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没输出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>
              <a:spLocks/>
            </p:cNvSpPr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跟数组名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不是数组元素名</a:t>
              </a: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Picture 2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B748182-FDF3-3AA9-5847-15FD22116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269" y="2373419"/>
            <a:ext cx="1143000" cy="952500"/>
          </a:xfrm>
          <a:prstGeom prst="rect">
            <a:avLst/>
          </a:prstGeom>
        </p:spPr>
      </p:pic>
      <p:pic>
        <p:nvPicPr>
          <p:cNvPr id="6" name="Picture 5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C61B652B-A519-5BC7-3859-AA8E78A24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31" y="5054907"/>
            <a:ext cx="1028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4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63921F-FEE9-4088-BDC2-B3BE6EB841DA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024400-C898-4356-9B8F-9644E184F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a[]="Student\0china";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32CB367-A07D-4C1A-AEFD-028B9B5BE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数组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_14_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最后是否还有隐含的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？有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_7_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前一位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49FFC1-DC68-89F0-4835-145A24CB0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815" y="1983069"/>
            <a:ext cx="10414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87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A4B1FB9-3046-4D92-9468-DAE158A999F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BE7BFD3-D78F-4D59-9007-59F5E010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863A45F-6F60-4FA7-B61B-6A630EC17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截止导致输出</a:t>
            </a:r>
            <a:r>
              <a:rPr kumimoji="1" lang="zh-CN" altLang="en-CN" sz="1600" b="1" dirty="0">
                <a:solidFill>
                  <a:srgbClr val="000000"/>
                </a:solidFill>
                <a:latin typeface="+mn-ea"/>
              </a:rPr>
              <a:t>位定义字符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答：不会，因为只会输出前五位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336430C-5108-3EA5-8B75-355655990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384" y="2379014"/>
            <a:ext cx="19812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7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03A3B79-4688-4247-A330-320FB519F758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0413E5-3B56-4094-AF23-B29747D17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不初始化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641FDB3-1DAF-4FFD-9CD5-DAD0BFA2E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答：没有初始化，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中不包括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答：两行乱码均是正常的，因为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和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分别独立执行了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一次字符串输出，每次都会越界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读取内存，直到遇到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_\0_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E9E930-94F2-9261-438A-C04781BD9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848" y="2392072"/>
            <a:ext cx="20193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69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5AC228-9DA1-4E06-9557-8847A0BA667D}"/>
              </a:ext>
            </a:extLst>
          </p:cNvPr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形式</a:t>
              </a: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数组元素名形式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FC5857C7-0546-4766-8FAA-EAA35EF3410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855C60E-698F-4DAA-A4E0-EC731B508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("%s\n",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A29C856-AD88-44A7-AB80-06627393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7A9881-58D6-C6B4-7607-742047C0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886" y="2965450"/>
            <a:ext cx="1054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92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9FC0F07-610E-4C1B-B46F-0B086BB4C56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876BD89-E398-46E5-B456-6A7EA5526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("%s",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ACFA26A-0D74-486A-8D17-8586564B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数组元素名形式</a:t>
            </a:r>
          </a:p>
        </p:txBody>
      </p:sp>
    </p:spTree>
    <p:extLst>
      <p:ext uri="{BB962C8B-B14F-4D97-AF65-F5344CB8AC3E}">
        <p14:creationId xmlns:p14="http://schemas.microsoft.com/office/powerpoint/2010/main" val="317004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C54B49B-8201-4558-9765-6EDA945BADA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6FE6D05-B37A-4F89-A252-AA6D721AC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&amp;a[3];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B47B47C-2769-4F2E-A2CD-DEF6F7FF4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输入输出时，表示形式都是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起始字符地址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______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B34CBC54-57E2-4D17-A6DB-E3C13A77FE4F}"/>
              </a:ext>
            </a:extLst>
          </p:cNvPr>
          <p:cNvSpPr>
            <a:spLocks/>
          </p:cNvSpPr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数组元素名形式</a:t>
            </a:r>
          </a:p>
        </p:txBody>
      </p:sp>
    </p:spTree>
    <p:extLst>
      <p:ext uri="{BB962C8B-B14F-4D97-AF65-F5344CB8AC3E}">
        <p14:creationId xmlns:p14="http://schemas.microsoft.com/office/powerpoint/2010/main" val="325431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</a:p>
        </p:txBody>
      </p:sp>
      <p:graphicFrame>
        <p:nvGraphicFramePr>
          <p:cNvPr id="3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42980"/>
              </p:ext>
            </p:extLst>
          </p:nvPr>
        </p:nvGraphicFramePr>
        <p:xfrm>
          <a:off x="287061" y="1611217"/>
          <a:ext cx="6984776" cy="2374687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(”%s”,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(“%c”,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(“%s”,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&lt;&lt;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任一元素开始输入串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(“%s”,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&gt;&gt;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任一元素开始输出串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(“%c”,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&lt;&lt;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2073A760-9D39-44D5-B4F6-0D1A43C76B7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2813256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C26B01-55F2-42B0-8B0E-22F605A8291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36F610-E014-4865-B472-9ACA984C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("%s-%s\n",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7731DAA-D326-488B-8132-6BB9B1EA9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__B__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60EDF5-3AD1-2D3B-8505-CBB46E3C7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37" y="2526665"/>
            <a:ext cx="1028700" cy="8763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AF3EC7-CE88-C91F-6BBF-9948FFA6A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37" y="4480214"/>
            <a:ext cx="9271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24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4E99166-3903-4BFA-AD43-40D678D6187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B4F91C9-0211-4337-850F-1338C01E2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F6D70C4-212B-41B5-91B4-ADBDABC9B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_____B____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空格与回车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559128-1A9D-50ED-2F7C-1680B9313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928" y="2282511"/>
            <a:ext cx="1104900" cy="8763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48626F-E45E-4E80-C364-B9A965BFA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979" y="3699190"/>
            <a:ext cx="724167" cy="8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21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VS2022 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Dev C++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无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字符数组名，最大长度，</a:t>
            </a:r>
            <a:r>
              <a:rPr lang="en-US" altLang="zh-CN" sz="1600" b="1" dirty="0" err="1">
                <a:latin typeface="+mn-ea"/>
              </a:rPr>
              <a:t>stdin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28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1354EAB-6832-4673-9D67-27FAF2B260C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CA4718-C130-490F-A453-3BFB2EE6D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204FDDD-1426-4683-9EE7-6F089C3BB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因为终止符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要占位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CFCDFC5D-FD2F-FC16-379A-2E3DEFC88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15" y="4140842"/>
            <a:ext cx="2768600" cy="571500"/>
          </a:xfrm>
          <a:prstGeom prst="rect">
            <a:avLst/>
          </a:prstGeom>
        </p:spPr>
      </p:pic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686AE648-90B4-42CE-05F6-02DF0E314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112" y="4753996"/>
            <a:ext cx="28702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03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E274EE7-D72A-402B-9166-8DA79C5F610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410BE12-480F-4DB0-A232-F04970F71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gets(a);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CB8BE75-4DC6-4595-97BA-38165267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因为终止符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要占位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32198A-A32C-1CEF-C67D-88278B9AA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848" y="4137623"/>
            <a:ext cx="836922" cy="60444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E4EE71-940E-7ED5-8F6D-ACC2442A6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87" y="4352913"/>
            <a:ext cx="24130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均可用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3F1EA49-2FAB-44C3-B48C-4B7E774E1FD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D4A5683-0E0C-4155-A2D3-B6AB22D94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(a,10,stdin);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FEBE0F2-3542-4D58-AE2A-F24DACD3A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abc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def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xyz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97 98 99 32 100 101 102 10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120 121 122 10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23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会输出不可见的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的字符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打印出字符串中每个字符对应的数字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97 98 99 100 101 102 103 104 105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123456789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0123456789012345678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49 50 51 52 53 54 55 56 57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48 49 50 51 52 53 54 55 56 57 48 49 50 51 52 53 54 55 56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123456789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0123456789012345678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49 50 51 52 53 54 55 56 57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48 49 50 51 52 53 54 55 56 57 48 49 50 51 52 53 54 55 56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5295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7F5BAD5-8DAD-42C1-A59B-BB7F4DD40F2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76E960E-A3B8-4EA9-ADBC-CBA052361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EE1F647-97E4-4324-B299-CF91F17BB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a[0][2]=C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a[1][20]=u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a[0]=ABCDEFGHIJKLMNOPQRSTUVWXYZ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a[2]=0123456789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E714ED-4A16-26A2-36D1-7A3969A7D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11" y="3625492"/>
            <a:ext cx="34544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41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BAB0F5-625E-43D7-A1CF-640B1E225407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BF0A1C-F0B1-480F-839D-E9FB21AEE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("a[0]=%s\n", 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3E165F9-3C8D-46CD-8087-8C2740189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8949BC-D3AD-4FCA-0A79-BC70D4E15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180" y="2445197"/>
            <a:ext cx="3365500" cy="1117600"/>
          </a:xfrm>
          <a:prstGeom prst="rect">
            <a:avLst/>
          </a:prstGeom>
        </p:spPr>
      </p:pic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387F1034-3699-E25B-D718-D853E19A6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304" y="4983766"/>
            <a:ext cx="32766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20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E95ACB-3418-4AB7-B76B-8E775EDF700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28DCA4A-A1B3-4A05-818D-625BE5DD4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D3F65DD-7045-4275-BD0E-25BA5DF7F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a[1];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中是什么？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超出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的部份会存入下一维度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中是溢出的字符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：简述你是怎么理解二维数组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越界的？只有当用完起始后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所有空间才会报错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7238B0-B96C-72F0-6068-F5F518D5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87" y="1342798"/>
            <a:ext cx="2446543" cy="988027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26C9D03-591B-6F2D-9072-D6C4A2F63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87" y="2330825"/>
            <a:ext cx="2568392" cy="891803"/>
          </a:xfrm>
          <a:prstGeom prst="rect">
            <a:avLst/>
          </a:prstGeo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0851B1F1-929C-0B4D-88C0-6B25CC0B9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68650"/>
            <a:ext cx="2947655" cy="367337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D018B6-ADD8-0D14-B346-5F9913B198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166" y="3511063"/>
            <a:ext cx="2428064" cy="870438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9072772-0098-8FFF-702E-2EDF244CF7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87" y="4381501"/>
            <a:ext cx="2428064" cy="739675"/>
          </a:xfrm>
          <a:prstGeom prst="rect">
            <a:avLst/>
          </a:prstGeom>
        </p:spPr>
      </p:pic>
      <p:pic>
        <p:nvPicPr>
          <p:cNvPr id="16" name="Picture 15" descr="A black and white text&#10;&#10;AI-generated content may be incorrect.">
            <a:extLst>
              <a:ext uri="{FF2B5EF4-FFF2-40B4-BE49-F238E27FC236}">
                <a16:creationId xmlns:a16="http://schemas.microsoft.com/office/drawing/2014/main" id="{C9A27915-6437-6C06-0B1A-423095D406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56" y="4448908"/>
            <a:ext cx="3096344" cy="41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44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267153A-F123-47F4-A121-74A1BE332EA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1D8BA73-BEC1-4C32-831D-0F452BC6A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32F472C-4320-4EE4-9CB3-F100F5F17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怎样输出单个字符？不加地址符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怎样输出字符串？加地址符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改成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&amp;a[0][0]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a[2][0]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background with white letters and numbers&#10;&#10;AI-generated content may be incorrect.">
            <a:extLst>
              <a:ext uri="{FF2B5EF4-FFF2-40B4-BE49-F238E27FC236}">
                <a16:creationId xmlns:a16="http://schemas.microsoft.com/office/drawing/2014/main" id="{E6E75F0E-29D6-C84D-0E74-2F7BEB2D3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343" y="2301115"/>
            <a:ext cx="34544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40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59DB32-88B0-4EF3-BA72-4CE1377963A8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58B21F8-D2A2-4728-9DDD-866AB8A03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D41E277-4A28-4211-81DF-261A8E15C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27-56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&gt;&gt; &amp;a[1][3];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27~56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中是什么？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超出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的部份会存入下一维度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中是</a:t>
            </a:r>
            <a:r>
              <a:rPr kumimoji="1" lang="zh-CN" altLang="en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溢出的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字符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：如果想不影响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本例中是≤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差别在哪？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储存的</a:t>
            </a:r>
            <a:r>
              <a:rPr kumimoji="1" lang="zh-CN" altLang="en-US" sz="1600" b="1">
                <a:solidFill>
                  <a:srgbClr val="000000"/>
                </a:solidFill>
                <a:latin typeface="宋体"/>
                <a:ea typeface="宋体" pitchFamily="2" charset="-122"/>
              </a:rPr>
              <a:t>起始位置不一样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330669-BB84-9976-8123-80D6A9EB7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87" y="1478304"/>
            <a:ext cx="2582679" cy="921096"/>
          </a:xfrm>
          <a:prstGeom prst="rect">
            <a:avLst/>
          </a:prstGeom>
        </p:spPr>
      </p:pic>
      <p:pic>
        <p:nvPicPr>
          <p:cNvPr id="5" name="Picture 4" descr="A black background with white numbers and letters&#10;&#10;AI-generated content may be incorrect.">
            <a:extLst>
              <a:ext uri="{FF2B5EF4-FFF2-40B4-BE49-F238E27FC236}">
                <a16:creationId xmlns:a16="http://schemas.microsoft.com/office/drawing/2014/main" id="{9443420E-7DA2-ED68-5E3B-02DF0EE31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917" y="2399400"/>
            <a:ext cx="2744019" cy="850993"/>
          </a:xfrm>
          <a:prstGeom prst="rect">
            <a:avLst/>
          </a:prstGeo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6D3646EB-14C0-321C-3AF9-D0D2ADBD5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726" y="3988957"/>
            <a:ext cx="4178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811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7071</Words>
  <Application>Microsoft Macintosh PowerPoint</Application>
  <PresentationFormat>Widescreen</PresentationFormat>
  <Paragraphs>1368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等线</vt:lpstr>
      <vt:lpstr>宋体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Tonhie Xavier</cp:lastModifiedBy>
  <cp:revision>77</cp:revision>
  <dcterms:created xsi:type="dcterms:W3CDTF">2020-08-13T13:39:53Z</dcterms:created>
  <dcterms:modified xsi:type="dcterms:W3CDTF">2025-05-07T11:36:36Z</dcterms:modified>
</cp:coreProperties>
</file>