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9"/>
  </p:notesMasterIdLst>
  <p:sldIdLst>
    <p:sldId id="838" r:id="rId2"/>
    <p:sldId id="1014" r:id="rId3"/>
    <p:sldId id="1015" r:id="rId4"/>
    <p:sldId id="814" r:id="rId5"/>
    <p:sldId id="1016" r:id="rId6"/>
    <p:sldId id="815" r:id="rId7"/>
    <p:sldId id="101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2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9"/>
  </p:normalViewPr>
  <p:slideViewPr>
    <p:cSldViewPr snapToGrid="0">
      <p:cViewPr>
        <p:scale>
          <a:sx n="96" d="100"/>
          <a:sy n="96" d="100"/>
        </p:scale>
        <p:origin x="14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88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1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88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7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4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A6FD2A-795C-490F-87D9-42F72FAEA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、模仿第</a:t>
            </a:r>
            <a:r>
              <a:rPr lang="en-US" altLang="zh-CN" sz="1600" b="1" dirty="0">
                <a:latin typeface="+mn-ea"/>
              </a:rPr>
              <a:t>06</a:t>
            </a:r>
            <a:r>
              <a:rPr lang="zh-CN" altLang="en-US" sz="1600" b="1" dirty="0">
                <a:latin typeface="+mn-ea"/>
              </a:rPr>
              <a:t>模块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课件中</a:t>
            </a:r>
            <a:r>
              <a:rPr lang="en-US" altLang="zh-CN" sz="1600" b="1" dirty="0">
                <a:latin typeface="+mn-ea"/>
              </a:rPr>
              <a:t>(P.16-19/P.27-30)</a:t>
            </a:r>
            <a:r>
              <a:rPr lang="zh-CN" altLang="en-US" sz="1600" b="1" dirty="0">
                <a:latin typeface="+mn-ea"/>
              </a:rPr>
              <a:t>的样式，画出下列每小题每一步执行的内存分配及指向图示，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分析为什么得到最后的结果。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、每个语句要画一张内存状态图，每小题都是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张图</a:t>
            </a: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张初始内存分配图附件已给出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、不允许手写、手写后贴图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5.21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友情提醒：本周作业量不大，第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个大作业要在下周指针讲完后才能布置，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大家尽快把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调试的文档作业做完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除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字符指针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"/"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引用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知识点外，其它已经全部讲过了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，千万不要卡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DDL!!!</a:t>
            </a: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11511B1-C29A-4DA4-8185-FF265688B8EA}"/>
              </a:ext>
            </a:extLst>
          </p:cNvPr>
          <p:cNvGrpSpPr/>
          <p:nvPr/>
        </p:nvGrpSpPr>
        <p:grpSpPr>
          <a:xfrm>
            <a:off x="575932" y="1017938"/>
            <a:ext cx="8856662" cy="4392217"/>
            <a:chOff x="1703388" y="2276872"/>
            <a:chExt cx="8856662" cy="439221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7685B63-B695-4C6D-8BF5-D9F923CD25A3}"/>
                </a:ext>
              </a:extLst>
            </p:cNvPr>
            <p:cNvGrpSpPr/>
            <p:nvPr/>
          </p:nvGrpSpPr>
          <p:grpSpPr>
            <a:xfrm>
              <a:off x="1703388" y="2276872"/>
              <a:ext cx="8856662" cy="4392217"/>
              <a:chOff x="1703388" y="2276872"/>
              <a:chExt cx="8856662" cy="4392217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s=28.2743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FD2FBCD4-A75E-4C4E-8B70-0255A443D8CA}"/>
                  </a:ext>
                </a:extLst>
              </p:cNvPr>
              <p:cNvGrpSpPr/>
              <p:nvPr/>
            </p:nvGrpSpPr>
            <p:grpSpPr>
              <a:xfrm>
                <a:off x="1703388" y="2276872"/>
                <a:ext cx="8856662" cy="4392217"/>
                <a:chOff x="1703388" y="2276872"/>
                <a:chExt cx="8856662" cy="4392217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8856662" cy="43922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&gt;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#define PI 3.14159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double SL(double R, double *L)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   double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 = PI*R*R;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*L = 2*PI*R;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return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main()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, r=3;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);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函数执行后同时得到周长及面积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周长：指针变量做形参方式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面积：函数返回值方式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299433" cy="2196108"/>
                  <a:chOff x="6296620" y="1307232"/>
                  <a:chExt cx="2625665" cy="3615447"/>
                </a:xfrm>
              </p:grpSpPr>
              <p:grpSp>
                <p:nvGrpSpPr>
                  <p:cNvPr id="29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066801" cy="609600"/>
                    <a:chOff x="6293384" y="2157375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066801" cy="609600"/>
                    <a:chOff x="7855484" y="2157375"/>
                    <a:chExt cx="1066801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3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066801" cy="609600"/>
                    <a:chOff x="6293384" y="3398800"/>
                    <a:chExt cx="1066801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&amp;l</a:t>
                      </a: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理解最后的输出结果</a:t>
                  </a:r>
                </a:p>
              </p:txBody>
            </p:sp>
            <p:cxnSp>
              <p:nvCxnSpPr>
                <p:cNvPr id="59" name="直接箭头连接符 58"/>
                <p:cNvCxnSpPr>
                  <a:cxnSpLocks/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390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07A2C529-DA5F-B0F7-C0E3-F0ED7116C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806" y="2632585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3B2925D-CA0D-ED94-ADF9-DBF8B55D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63" y="2632585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2D72E457-EFCA-7E87-3D73-A24C84407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89" y="3805833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280AB06B-BFFF-0B5D-754C-64FDD8176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647" y="3805833"/>
            <a:ext cx="1327281" cy="370285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28.27433388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2E23BF-6C00-F523-923B-C32459FD92EA}"/>
              </a:ext>
            </a:extLst>
          </p:cNvPr>
          <p:cNvCxnSpPr>
            <a:stCxn id="5" idx="2"/>
            <a:endCxn id="7" idx="0"/>
          </p:cNvCxnSpPr>
          <p:nvPr/>
        </p:nvCxnSpPr>
        <p:spPr bwMode="auto">
          <a:xfrm>
            <a:off x="2042288" y="3002870"/>
            <a:ext cx="0" cy="8029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22">
            <a:extLst>
              <a:ext uri="{FF2B5EF4-FFF2-40B4-BE49-F238E27FC236}">
                <a16:creationId xmlns:a16="http://schemas.microsoft.com/office/drawing/2014/main" id="{766B39EB-A982-AF1A-2E64-92B5C274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709" y="3271001"/>
            <a:ext cx="953269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PI*3*3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35FB7D80-10C8-696C-70D3-773E7D4B0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6" y="2678030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224127CD-F795-D143-D6F0-A6A901CD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7784" y="2678030"/>
            <a:ext cx="571396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&amp;l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5E83153B-84E1-ACB7-CCB5-DAE4502DD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878" y="2678030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24B0568D-99AE-0D9E-F7C5-A3E768FCC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736" y="2678030"/>
            <a:ext cx="1505652" cy="370285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18.84955592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6CBFBC96-55C7-DC07-B7D9-520DDA8FA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080" y="3602679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4FF754F7-D12F-7C9F-FBFD-D1CF1BA5B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937" y="3602679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B30E28-82AB-DC5E-08EA-F2845376A7B9}"/>
              </a:ext>
            </a:extLst>
          </p:cNvPr>
          <p:cNvCxnSpPr>
            <a:stCxn id="17" idx="3"/>
            <a:endCxn id="18" idx="1"/>
          </p:cNvCxnSpPr>
          <p:nvPr/>
        </p:nvCxnSpPr>
        <p:spPr bwMode="auto">
          <a:xfrm>
            <a:off x="4779180" y="2863173"/>
            <a:ext cx="28569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F47354-B141-58A1-EE2B-94EECC4FC299}"/>
              </a:ext>
            </a:extLst>
          </p:cNvPr>
          <p:cNvCxnSpPr>
            <a:stCxn id="23" idx="0"/>
            <a:endCxn id="19" idx="2"/>
          </p:cNvCxnSpPr>
          <p:nvPr/>
        </p:nvCxnSpPr>
        <p:spPr bwMode="auto">
          <a:xfrm flipV="1">
            <a:off x="6180562" y="3048315"/>
            <a:ext cx="0" cy="5543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22">
            <a:extLst>
              <a:ext uri="{FF2B5EF4-FFF2-40B4-BE49-F238E27FC236}">
                <a16:creationId xmlns:a16="http://schemas.microsoft.com/office/drawing/2014/main" id="{A3DC1595-89D2-D818-8696-77477F08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293" y="3192147"/>
            <a:ext cx="953269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2*PI*3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C2BB1A2C-04E6-CA84-0427-8B7657C97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711" y="2777618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35" name="Rectangle 18">
            <a:extLst>
              <a:ext uri="{FF2B5EF4-FFF2-40B4-BE49-F238E27FC236}">
                <a16:creationId xmlns:a16="http://schemas.microsoft.com/office/drawing/2014/main" id="{590D86BC-8753-B460-616E-3413272E7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569" y="2777618"/>
            <a:ext cx="1327281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28.27433388</a:t>
            </a:r>
          </a:p>
        </p:txBody>
      </p:sp>
      <p:cxnSp>
        <p:nvCxnSpPr>
          <p:cNvPr id="36" name="直接连接符 49">
            <a:extLst>
              <a:ext uri="{FF2B5EF4-FFF2-40B4-BE49-F238E27FC236}">
                <a16:creationId xmlns:a16="http://schemas.microsoft.com/office/drawing/2014/main" id="{BB375D31-EE12-FDCF-3B7B-4FC864FC30A4}"/>
              </a:ext>
            </a:extLst>
          </p:cNvPr>
          <p:cNvCxnSpPr/>
          <p:nvPr/>
        </p:nvCxnSpPr>
        <p:spPr bwMode="auto">
          <a:xfrm>
            <a:off x="8042587" y="3582662"/>
            <a:ext cx="75265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矩形 50">
            <a:extLst>
              <a:ext uri="{FF2B5EF4-FFF2-40B4-BE49-F238E27FC236}">
                <a16:creationId xmlns:a16="http://schemas.microsoft.com/office/drawing/2014/main" id="{FCB9C6F0-60AE-F6C0-019B-1EEED19F14C3}"/>
              </a:ext>
            </a:extLst>
          </p:cNvPr>
          <p:cNvSpPr/>
          <p:nvPr/>
        </p:nvSpPr>
        <p:spPr bwMode="auto">
          <a:xfrm>
            <a:off x="8088187" y="3591581"/>
            <a:ext cx="661449" cy="33500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main</a:t>
            </a:r>
            <a:endParaRPr kumimoji="1" lang="zh-CN" altLang="en-US" sz="1600" b="1" dirty="0">
              <a:solidFill>
                <a:srgbClr val="3333CC"/>
              </a:solidFill>
              <a:latin typeface="宋体"/>
              <a:ea typeface="宋体"/>
            </a:endParaRPr>
          </a:p>
        </p:txBody>
      </p:sp>
      <p:sp>
        <p:nvSpPr>
          <p:cNvPr id="38" name="矩形 51">
            <a:extLst>
              <a:ext uri="{FF2B5EF4-FFF2-40B4-BE49-F238E27FC236}">
                <a16:creationId xmlns:a16="http://schemas.microsoft.com/office/drawing/2014/main" id="{CD47F016-126A-1124-D11B-D99F81523DDC}"/>
              </a:ext>
            </a:extLst>
          </p:cNvPr>
          <p:cNvSpPr/>
          <p:nvPr/>
        </p:nvSpPr>
        <p:spPr bwMode="auto">
          <a:xfrm>
            <a:off x="8204065" y="3182438"/>
            <a:ext cx="591172" cy="2335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SL</a:t>
            </a:r>
            <a:endParaRPr kumimoji="1" lang="zh-CN" altLang="en-US" sz="1600" b="1" dirty="0">
              <a:solidFill>
                <a:srgbClr val="3333CC"/>
              </a:solidFill>
              <a:latin typeface="宋体"/>
              <a:ea typeface="宋体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5A7039-C9BE-BC38-C068-A4AB0FACF228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>
            <a:off x="9994210" y="3147903"/>
            <a:ext cx="2" cy="8129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 22">
            <a:extLst>
              <a:ext uri="{FF2B5EF4-FFF2-40B4-BE49-F238E27FC236}">
                <a16:creationId xmlns:a16="http://schemas.microsoft.com/office/drawing/2014/main" id="{2632CF93-556B-8807-BB80-7F0458C06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512" y="3384838"/>
            <a:ext cx="953269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返还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的地址</a:t>
            </a: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8662C394-735A-FFBE-24CD-53AD592B8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013" y="4475446"/>
            <a:ext cx="1533915" cy="37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 = PI*R*R;</a:t>
            </a:r>
          </a:p>
        </p:txBody>
      </p:sp>
      <p:sp>
        <p:nvSpPr>
          <p:cNvPr id="47" name="Rectangle 22">
            <a:extLst>
              <a:ext uri="{FF2B5EF4-FFF2-40B4-BE49-F238E27FC236}">
                <a16:creationId xmlns:a16="http://schemas.microsoft.com/office/drawing/2014/main" id="{3FE10918-0212-7716-FF8C-7EC60B929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122" y="4475446"/>
            <a:ext cx="1533915" cy="37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*L = 2*PI*R;</a:t>
            </a:r>
          </a:p>
        </p:txBody>
      </p:sp>
      <p:sp>
        <p:nvSpPr>
          <p:cNvPr id="48" name="Rectangle 22">
            <a:extLst>
              <a:ext uri="{FF2B5EF4-FFF2-40B4-BE49-F238E27FC236}">
                <a16:creationId xmlns:a16="http://schemas.microsoft.com/office/drawing/2014/main" id="{22791D30-C510-6191-7C89-75F43F0B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711" y="4475446"/>
            <a:ext cx="1533915" cy="37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return S;</a:t>
            </a:r>
          </a:p>
        </p:txBody>
      </p:sp>
    </p:spTree>
    <p:extLst>
      <p:ext uri="{BB962C8B-B14F-4D97-AF65-F5344CB8AC3E}">
        <p14:creationId xmlns:p14="http://schemas.microsoft.com/office/powerpoint/2010/main" val="170269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BAFDBF-4639-4C70-9B01-900E71A8E750}"/>
              </a:ext>
            </a:extLst>
          </p:cNvPr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t = x;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x = y;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y = 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}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main()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=10, j=15;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,&amp;j);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endParaRPr>
            </a:p>
          </p:txBody>
        </p:sp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>
                <a:grpSpLocks/>
              </p:cNvGrpSpPr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</a:t>
                  </a: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10</a:t>
                  </a: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2003</a:t>
                  </a:r>
                </a:p>
              </p:txBody>
            </p:sp>
          </p:grpSp>
          <p:grpSp>
            <p:nvGrpSpPr>
              <p:cNvPr id="6" name="Group 8"/>
              <p:cNvGrpSpPr>
                <a:grpSpLocks/>
              </p:cNvGrpSpPr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j</a:t>
                  </a: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15</a:t>
                  </a: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2103</a:t>
                  </a:r>
                </a:p>
              </p:txBody>
            </p:sp>
          </p:grpSp>
          <p:grpSp>
            <p:nvGrpSpPr>
              <p:cNvPr id="7" name="Group 12"/>
              <p:cNvGrpSpPr>
                <a:grpSpLocks/>
              </p:cNvGrpSpPr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3003</a:t>
                  </a:r>
                </a:p>
              </p:txBody>
            </p:sp>
          </p:grpSp>
          <p:grpSp>
            <p:nvGrpSpPr>
              <p:cNvPr id="8" name="Group 16"/>
              <p:cNvGrpSpPr>
                <a:grpSpLocks/>
              </p:cNvGrpSpPr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y</a:t>
                  </a: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3103</a:t>
                  </a: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12" name="Group 23"/>
              <p:cNvGrpSpPr>
                <a:grpSpLocks/>
              </p:cNvGrpSpPr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t</a:t>
                  </a: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?</a:t>
                  </a: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4003</a:t>
                  </a: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/>
                  <a:ea typeface="宋体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理解为什么无法交换</a:t>
              </a: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>
            <a:extLst>
              <a:ext uri="{FF2B5EF4-FFF2-40B4-BE49-F238E27FC236}">
                <a16:creationId xmlns:a16="http://schemas.microsoft.com/office/drawing/2014/main" id="{BF879102-5634-D944-B5BD-AE83FD43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008" y="3596744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E33A311A-5952-BB98-8178-FDCC4368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387" y="359674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D38284DE-07C8-8F6A-12C0-268AAA469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9109" y="359674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023A79-A72F-9884-5634-F46B2B6FF17D}"/>
              </a:ext>
            </a:extLst>
          </p:cNvPr>
          <p:cNvGrpSpPr/>
          <p:nvPr/>
        </p:nvGrpSpPr>
        <p:grpSpPr>
          <a:xfrm>
            <a:off x="1292657" y="2499964"/>
            <a:ext cx="1602092" cy="493485"/>
            <a:chOff x="5616617" y="2241657"/>
            <a:chExt cx="1602092" cy="493485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925C5FC5-276F-ABB1-5C34-F7FB202C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617" y="2241657"/>
              <a:ext cx="290379" cy="4934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x</a:t>
              </a: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F3B2C565-26E0-6674-9CAB-234092322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6996" y="2241657"/>
              <a:ext cx="807721" cy="493485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2000</a:t>
              </a:r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65401B49-6B93-5B98-EF7F-B0C42C44E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4718" y="2241657"/>
              <a:ext cx="503991" cy="4934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3000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3003</a:t>
              </a:r>
            </a:p>
          </p:txBody>
        </p:sp>
      </p:grpSp>
      <p:sp>
        <p:nvSpPr>
          <p:cNvPr id="12" name="Rectangle 17">
            <a:extLst>
              <a:ext uri="{FF2B5EF4-FFF2-40B4-BE49-F238E27FC236}">
                <a16:creationId xmlns:a16="http://schemas.microsoft.com/office/drawing/2014/main" id="{47F2EB1D-D81C-2C6A-47E6-DC7CA8933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416" y="2482015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E04AF94C-0132-2D2C-C3A8-49AF2334B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795" y="2482015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566FA612-C8A8-6368-FDF6-2FBBE123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17" y="2482015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C171E3CD-1019-129A-69FB-A964A7C75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416" y="359986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7CB412BC-4D58-82C6-E6DC-1B15634F4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795" y="3599860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1CEDD601-D020-1BAC-0A6D-8814C60FF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17" y="3599860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279F6818-AE65-E782-DB5F-B92B6031A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80" y="2499964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55EAC1BF-CF77-81D7-5DE4-86EA9E44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659" y="249996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9399CE90-32D7-57B9-C213-F6055E6DC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8381" y="249996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579C137D-1516-FD4C-E949-97ABA20A5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80" y="3596745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F246C614-2209-F66D-6F41-ACCF75B02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659" y="3596745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38" name="Rectangle 15">
            <a:extLst>
              <a:ext uri="{FF2B5EF4-FFF2-40B4-BE49-F238E27FC236}">
                <a16:creationId xmlns:a16="http://schemas.microsoft.com/office/drawing/2014/main" id="{601F4913-336A-3EB9-CE42-907526038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8381" y="3596745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55003D-7796-6211-34AA-30EA238384D2}"/>
              </a:ext>
            </a:extLst>
          </p:cNvPr>
          <p:cNvCxnSpPr>
            <a:stCxn id="9" idx="2"/>
            <a:endCxn id="5" idx="0"/>
          </p:cNvCxnSpPr>
          <p:nvPr/>
        </p:nvCxnSpPr>
        <p:spPr bwMode="auto">
          <a:xfrm>
            <a:off x="1986897" y="2993449"/>
            <a:ext cx="8351" cy="6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2D322D1-09E6-367A-77FE-8105A97247A6}"/>
              </a:ext>
            </a:extLst>
          </p:cNvPr>
          <p:cNvCxnSpPr/>
          <p:nvPr/>
        </p:nvCxnSpPr>
        <p:spPr bwMode="auto">
          <a:xfrm>
            <a:off x="5652480" y="2996565"/>
            <a:ext cx="8351" cy="6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6D64D9C-F8B5-A594-1BDE-1EB5681D8E16}"/>
              </a:ext>
            </a:extLst>
          </p:cNvPr>
          <p:cNvCxnSpPr/>
          <p:nvPr/>
        </p:nvCxnSpPr>
        <p:spPr bwMode="auto">
          <a:xfrm>
            <a:off x="9140344" y="3017632"/>
            <a:ext cx="8351" cy="6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F709648-2F84-7C78-F851-4598C424CC78}"/>
              </a:ext>
            </a:extLst>
          </p:cNvPr>
          <p:cNvSpPr txBox="1"/>
          <p:nvPr/>
        </p:nvSpPr>
        <p:spPr>
          <a:xfrm>
            <a:off x="1591387" y="4324192"/>
            <a:ext cx="80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ea"/>
              </a:rPr>
              <a:t>t=x;</a:t>
            </a:r>
            <a:endParaRPr lang="en-CN" dirty="0"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A1D3BA-487A-6D92-2602-09A401B88B07}"/>
              </a:ext>
            </a:extLst>
          </p:cNvPr>
          <p:cNvSpPr txBox="1"/>
          <p:nvPr/>
        </p:nvSpPr>
        <p:spPr>
          <a:xfrm>
            <a:off x="5252794" y="4322500"/>
            <a:ext cx="80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ea"/>
              </a:rPr>
              <a:t>x=y;</a:t>
            </a:r>
            <a:endParaRPr lang="en-CN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180B22-32FB-A61E-15F7-CB91B516250D}"/>
              </a:ext>
            </a:extLst>
          </p:cNvPr>
          <p:cNvSpPr txBox="1"/>
          <p:nvPr/>
        </p:nvSpPr>
        <p:spPr>
          <a:xfrm>
            <a:off x="8740659" y="4356833"/>
            <a:ext cx="80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ea"/>
              </a:rPr>
              <a:t>y=t;</a:t>
            </a:r>
            <a:endParaRPr lang="en-CN" dirty="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73AC15-74BF-D1E4-2F04-BF94A2FBE0B9}"/>
              </a:ext>
            </a:extLst>
          </p:cNvPr>
          <p:cNvSpPr txBox="1"/>
          <p:nvPr/>
        </p:nvSpPr>
        <p:spPr>
          <a:xfrm>
            <a:off x="2947023" y="5071013"/>
            <a:ext cx="542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/>
              <a:t>指针指向交换但是i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对应值没有变化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2669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65C94A-B509-40F6-8F63-328022F4AF6F}"/>
              </a:ext>
            </a:extLst>
          </p:cNvPr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*t = *x;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*x = *y;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*y =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}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main()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=10, j=15;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,&amp;j);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=15 j=10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rPr>
                <a:t>或 死机或其它非正常现象</a:t>
              </a: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>
              <a:grpSpLocks/>
            </p:cNvGrpSpPr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>
                <a:grpSpLocks/>
              </p:cNvGrpSpPr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10</a:t>
                  </a: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2003</a:t>
                  </a:r>
                </a:p>
              </p:txBody>
            </p:sp>
          </p:grpSp>
          <p:grpSp>
            <p:nvGrpSpPr>
              <p:cNvPr id="32" name="Group 8"/>
              <p:cNvGrpSpPr>
                <a:grpSpLocks/>
              </p:cNvGrpSpPr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j</a:t>
                  </a: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15</a:t>
                  </a: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2103</a:t>
                  </a:r>
                </a:p>
              </p:txBody>
            </p:sp>
          </p:grpSp>
          <p:grpSp>
            <p:nvGrpSpPr>
              <p:cNvPr id="33" name="Group 12"/>
              <p:cNvGrpSpPr>
                <a:grpSpLocks/>
              </p:cNvGrpSpPr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3003</a:t>
                  </a:r>
                </a:p>
              </p:txBody>
            </p:sp>
          </p:grpSp>
          <p:grpSp>
            <p:nvGrpSpPr>
              <p:cNvPr id="34" name="Group 16"/>
              <p:cNvGrpSpPr>
                <a:grpSpLocks/>
              </p:cNvGrpSpPr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y</a:t>
                  </a: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3103</a:t>
                  </a: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38" name="Group 23"/>
              <p:cNvGrpSpPr>
                <a:grpSpLocks/>
              </p:cNvGrpSpPr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t</a:t>
                  </a: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5000)</a:t>
                  </a: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4003</a:t>
                  </a:r>
                </a:p>
              </p:txBody>
            </p:sp>
          </p:grpSp>
          <p:grpSp>
            <p:nvGrpSpPr>
              <p:cNvPr id="39" name="Group 27"/>
              <p:cNvGrpSpPr>
                <a:grpSpLocks/>
              </p:cNvGrpSpPr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?</a:t>
                  </a: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5003</a:t>
                  </a: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是否分配给了程序？</a:t>
              </a: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t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/>
                  <a:ea typeface="宋体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：哪句是错误的关键？</a:t>
              </a:r>
              <a:endParaRPr kumimoji="1" lang="en-US" altLang="zh-CN" sz="1200" b="1" dirty="0">
                <a:solidFill>
                  <a:srgbClr val="FF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,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     为什么就正确了？</a:t>
              </a: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>
            <a:extLst>
              <a:ext uri="{FF2B5EF4-FFF2-40B4-BE49-F238E27FC236}">
                <a16:creationId xmlns:a16="http://schemas.microsoft.com/office/drawing/2014/main" id="{BC22095E-66D5-0837-E6CD-AD2EE667F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453" y="113419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D3862338-27FF-84FF-48C1-D3A1867D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491" y="113419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5000)</a:t>
            </a: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C643D7E0-A0CE-2862-4FD8-B565B76D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332" y="113419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75131878-3F8A-9234-B4C7-8763A3445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976" y="1134195"/>
            <a:ext cx="856841" cy="4395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6E52024B-0BDA-BB9E-0B64-F3FF1129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817" y="113419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C9F918-311D-0F24-4E20-6F981E340A98}"/>
              </a:ext>
            </a:extLst>
          </p:cNvPr>
          <p:cNvCxnSpPr>
            <a:stCxn id="6" idx="3"/>
            <a:endCxn id="10" idx="1"/>
          </p:cNvCxnSpPr>
          <p:nvPr/>
        </p:nvCxnSpPr>
        <p:spPr bwMode="auto">
          <a:xfrm>
            <a:off x="2600973" y="1353945"/>
            <a:ext cx="34000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84839D-5D82-4F9B-02CF-7FC0C3CB33DC}"/>
              </a:ext>
            </a:extLst>
          </p:cNvPr>
          <p:cNvCxnSpPr>
            <a:endCxn id="10" idx="2"/>
          </p:cNvCxnSpPr>
          <p:nvPr/>
        </p:nvCxnSpPr>
        <p:spPr bwMode="auto">
          <a:xfrm flipV="1">
            <a:off x="3369397" y="1573695"/>
            <a:ext cx="0" cy="4569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ctangle 13">
            <a:extLst>
              <a:ext uri="{FF2B5EF4-FFF2-40B4-BE49-F238E27FC236}">
                <a16:creationId xmlns:a16="http://schemas.microsoft.com/office/drawing/2014/main" id="{8E7E34C6-7F9A-4F8D-9D61-1FCF678C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723" y="113419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E3143900-F9D1-675F-973C-A2AFDC9B2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761" y="113419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DDAE010E-B307-9D1B-D31B-0A47D3007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02" y="113419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1FF988F5-145D-DE69-6FB6-067F52BC4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723" y="2030666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8E00E919-B9B7-BA5E-C1D6-EA1DB4890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761" y="2030666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C49043E5-3E7F-8DCA-22BA-3113FBF7C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02" y="2030666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5C07378D-78DF-A167-3B7E-71AADD84B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443" y="113419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881F5887-1A5E-9F5D-3E30-1362FC9B5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481" y="1134195"/>
            <a:ext cx="856841" cy="4395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641CE59E-9B1C-AEFD-1444-3D37DE7BA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322" y="113419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AF749D-668E-8A5F-6BF4-583696A7FD24}"/>
              </a:ext>
            </a:extLst>
          </p:cNvPr>
          <p:cNvCxnSpPr>
            <a:stCxn id="18" idx="3"/>
            <a:endCxn id="22" idx="1"/>
          </p:cNvCxnSpPr>
          <p:nvPr/>
        </p:nvCxnSpPr>
        <p:spPr bwMode="auto">
          <a:xfrm>
            <a:off x="7657243" y="1353945"/>
            <a:ext cx="32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9">
            <a:extLst>
              <a:ext uri="{FF2B5EF4-FFF2-40B4-BE49-F238E27FC236}">
                <a16:creationId xmlns:a16="http://schemas.microsoft.com/office/drawing/2014/main" id="{55941DEC-F3D4-0B35-7127-A2999EE4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443" y="2030666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4B42FC5C-2523-8B9D-B247-F9791A415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481" y="2030666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63BF4AD9-15A5-BA82-8E61-37591485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322" y="2030666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610A3B-93FB-2EFE-C914-649A670813AC}"/>
              </a:ext>
            </a:extLst>
          </p:cNvPr>
          <p:cNvCxnSpPr>
            <a:stCxn id="21" idx="3"/>
            <a:endCxn id="31" idx="1"/>
          </p:cNvCxnSpPr>
          <p:nvPr/>
        </p:nvCxnSpPr>
        <p:spPr bwMode="auto">
          <a:xfrm>
            <a:off x="7657243" y="2250416"/>
            <a:ext cx="32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2B3542C-0B94-4993-E101-167E329161A1}"/>
              </a:ext>
            </a:extLst>
          </p:cNvPr>
          <p:cNvCxnSpPr>
            <a:stCxn id="32" idx="0"/>
            <a:endCxn id="23" idx="2"/>
          </p:cNvCxnSpPr>
          <p:nvPr/>
        </p:nvCxnSpPr>
        <p:spPr bwMode="auto">
          <a:xfrm flipV="1">
            <a:off x="8715902" y="1573695"/>
            <a:ext cx="0" cy="4569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Rectangle 17">
            <a:extLst>
              <a:ext uri="{FF2B5EF4-FFF2-40B4-BE49-F238E27FC236}">
                <a16:creationId xmlns:a16="http://schemas.microsoft.com/office/drawing/2014/main" id="{D80DF734-0579-8A66-CA1F-C353CFD77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639" y="394833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A8524C12-9390-E2D4-2EF8-AD2138710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677" y="394833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B05C272F-BC61-23AF-0174-D7B34978A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518" y="394833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73EA6235-E493-E869-40A6-6738F031D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59" y="394833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B4BC5F45-121A-D0B2-CFEB-18AB60C29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397" y="3948335"/>
            <a:ext cx="856841" cy="4395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A748DE33-70C8-1381-2460-F8017CD51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238" y="394833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E9F378-36C6-5A36-D40E-85FD85AA278D}"/>
              </a:ext>
            </a:extLst>
          </p:cNvPr>
          <p:cNvCxnSpPr>
            <a:stCxn id="40" idx="3"/>
            <a:endCxn id="41" idx="1"/>
          </p:cNvCxnSpPr>
          <p:nvPr/>
        </p:nvCxnSpPr>
        <p:spPr bwMode="auto">
          <a:xfrm>
            <a:off x="2739159" y="4168085"/>
            <a:ext cx="32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Rectangle 24">
            <a:extLst>
              <a:ext uri="{FF2B5EF4-FFF2-40B4-BE49-F238E27FC236}">
                <a16:creationId xmlns:a16="http://schemas.microsoft.com/office/drawing/2014/main" id="{F6E5FEB8-9AD8-163E-A855-638506810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874" y="4920421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7C8C7025-C3CF-83D1-F5D6-6F72B8188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912" y="4920421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5000)</a:t>
            </a: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C4F10DE4-2853-FA3C-64E8-62368F457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753" y="4920421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48" name="Rectangle 28">
            <a:extLst>
              <a:ext uri="{FF2B5EF4-FFF2-40B4-BE49-F238E27FC236}">
                <a16:creationId xmlns:a16="http://schemas.microsoft.com/office/drawing/2014/main" id="{54ECA1B1-2082-4E1E-0FB5-3881FF779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397" y="4920421"/>
            <a:ext cx="856841" cy="439500"/>
          </a:xfrm>
          <a:prstGeom prst="rect">
            <a:avLst/>
          </a:prstGeom>
          <a:solidFill>
            <a:srgbClr val="02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DD36CB0C-E97D-5FF5-F64E-AC66B0251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238" y="4920421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5003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95AD0ED-BCA2-B242-1F1B-8307FE6B9F2F}"/>
              </a:ext>
            </a:extLst>
          </p:cNvPr>
          <p:cNvCxnSpPr>
            <a:stCxn id="47" idx="3"/>
            <a:endCxn id="48" idx="1"/>
          </p:cNvCxnSpPr>
          <p:nvPr/>
        </p:nvCxnSpPr>
        <p:spPr bwMode="auto">
          <a:xfrm>
            <a:off x="3029394" y="5140171"/>
            <a:ext cx="34000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Rectangle 13">
            <a:extLst>
              <a:ext uri="{FF2B5EF4-FFF2-40B4-BE49-F238E27FC236}">
                <a16:creationId xmlns:a16="http://schemas.microsoft.com/office/drawing/2014/main" id="{6BA07CB9-C911-FD17-8049-8929C523F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580" y="2030666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52" name="Rectangle 14">
            <a:extLst>
              <a:ext uri="{FF2B5EF4-FFF2-40B4-BE49-F238E27FC236}">
                <a16:creationId xmlns:a16="http://schemas.microsoft.com/office/drawing/2014/main" id="{52FDFD48-120E-AA50-63D9-7CF50CCDE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18" y="2030666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53" name="Rectangle 15">
            <a:extLst>
              <a:ext uri="{FF2B5EF4-FFF2-40B4-BE49-F238E27FC236}">
                <a16:creationId xmlns:a16="http://schemas.microsoft.com/office/drawing/2014/main" id="{E1288C00-4538-D464-9904-DEA716EB3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459" y="2030666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F699E12F-0BE1-2DC4-8E03-1F747488B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300" y="2030666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C092B1E6-5BFC-9817-0B20-98FC956B6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338" y="2030666"/>
            <a:ext cx="856841" cy="439500"/>
          </a:xfrm>
          <a:prstGeom prst="rect">
            <a:avLst/>
          </a:prstGeom>
          <a:solidFill>
            <a:srgbClr val="02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56" name="Rectangle 7">
            <a:extLst>
              <a:ext uri="{FF2B5EF4-FFF2-40B4-BE49-F238E27FC236}">
                <a16:creationId xmlns:a16="http://schemas.microsoft.com/office/drawing/2014/main" id="{EEEF0095-8E8D-E120-8DF5-1B2999DAD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179" y="2030666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ADC50F8-11F7-0A1A-1BC4-6AEC9F13E360}"/>
              </a:ext>
            </a:extLst>
          </p:cNvPr>
          <p:cNvCxnSpPr>
            <a:stCxn id="53" idx="3"/>
            <a:endCxn id="54" idx="1"/>
          </p:cNvCxnSpPr>
          <p:nvPr/>
        </p:nvCxnSpPr>
        <p:spPr bwMode="auto">
          <a:xfrm>
            <a:off x="2315100" y="2250416"/>
            <a:ext cx="32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CD58E23-35C3-1708-9535-01A7448D1DF2}"/>
              </a:ext>
            </a:extLst>
          </p:cNvPr>
          <p:cNvCxnSpPr>
            <a:stCxn id="48" idx="0"/>
            <a:endCxn id="42" idx="2"/>
          </p:cNvCxnSpPr>
          <p:nvPr/>
        </p:nvCxnSpPr>
        <p:spPr bwMode="auto">
          <a:xfrm flipV="1">
            <a:off x="3797818" y="4387835"/>
            <a:ext cx="0" cy="53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44709FF-4081-C207-FB2D-23473770196A}"/>
              </a:ext>
            </a:extLst>
          </p:cNvPr>
          <p:cNvSpPr txBox="1"/>
          <p:nvPr/>
        </p:nvSpPr>
        <p:spPr>
          <a:xfrm>
            <a:off x="2253488" y="2683500"/>
            <a:ext cx="80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*</a:t>
            </a:r>
            <a:r>
              <a:rPr lang="en-US" altLang="zh-CN" dirty="0">
                <a:latin typeface="+mn-ea"/>
              </a:rPr>
              <a:t>t=*x;</a:t>
            </a:r>
            <a:endParaRPr lang="en-CN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548CCD-2885-FC09-83F2-D33336C89CF4}"/>
              </a:ext>
            </a:extLst>
          </p:cNvPr>
          <p:cNvSpPr txBox="1"/>
          <p:nvPr/>
        </p:nvSpPr>
        <p:spPr>
          <a:xfrm>
            <a:off x="7414482" y="2683500"/>
            <a:ext cx="80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*x=*y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B9F279-BAA5-45C6-464A-1467585761ED}"/>
              </a:ext>
            </a:extLst>
          </p:cNvPr>
          <p:cNvSpPr txBox="1"/>
          <p:nvPr/>
        </p:nvSpPr>
        <p:spPr>
          <a:xfrm>
            <a:off x="2371625" y="5748620"/>
            <a:ext cx="80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*y=*t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30A93A-3324-D7D9-3A8E-C6654A888B87}"/>
              </a:ext>
            </a:extLst>
          </p:cNvPr>
          <p:cNvSpPr txBox="1"/>
          <p:nvPr/>
        </p:nvSpPr>
        <p:spPr>
          <a:xfrm>
            <a:off x="6559826" y="3750365"/>
            <a:ext cx="37238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+mn-ea"/>
              </a:rPr>
              <a:t>*t=*x是错误的关键</a:t>
            </a:r>
          </a:p>
          <a:p>
            <a:r>
              <a:rPr lang="en-CN" dirty="0">
                <a:latin typeface="+mn-ea"/>
              </a:rPr>
              <a:t>因为</a:t>
            </a:r>
            <a:r>
              <a:rPr lang="zh-CN" altLang="en-US" dirty="0">
                <a:latin typeface="+mn-ea"/>
              </a:rPr>
              <a:t>*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没有定义初始值，所指向的是随机的内存位置，如果此地内存没有被占用则交换成功，如果占用重要程序则会造成其他程序运行崩溃，从而可能导致死机或其他非正常现象</a:t>
            </a:r>
            <a:endParaRPr lang="en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24181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1094</Words>
  <Application>Microsoft Macintosh PowerPoint</Application>
  <PresentationFormat>Widescreen</PresentationFormat>
  <Paragraphs>253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等线</vt:lpstr>
      <vt:lpstr>宋体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Tonhie Xavier</cp:lastModifiedBy>
  <cp:revision>43</cp:revision>
  <dcterms:created xsi:type="dcterms:W3CDTF">2020-08-13T13:39:53Z</dcterms:created>
  <dcterms:modified xsi:type="dcterms:W3CDTF">2025-05-21T11:12:05Z</dcterms:modified>
</cp:coreProperties>
</file>